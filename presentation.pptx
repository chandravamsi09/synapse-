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698480" cy="5394960"/>
          </a:xfrm>
          <a:prstGeom prst="roundRect">
            <a:avLst>
              <a:gd name="adj" fmla="val 3390"/>
            </a:avLst>
          </a:prstGeom>
          <a:solidFill>
            <a:srgbClr val="131D35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0972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APPS + APIS GATEWAY PLATFORM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377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API Gateway, SaaS Connector Hub &amp; Real-Time Developer Sandbox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7280" y="2926080"/>
            <a:ext cx="96012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2004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Enterprise Gateway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0" y="32004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AUTHOR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3504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Avvaru Chandra Vamsi &amp; Team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4023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/ MENTOR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(Senior Technical Lead)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4023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/ COLLEGE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3504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of Computer Science &amp; Engineering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" y="5074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35040" y="5074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github.com/Chandravamsi09/Synapse-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ENTERPRISE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Introduction: Background &amp; Motivation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3291840" cy="429768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Synapse? (Project Enti?)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2926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is a high-performance, enterprise-grade API Gateway and SaaS Integration platform.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centralized reverse proxy handling request routing, rate limiting, and security authentication.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pre-built adapters for 50+ third-party SaaS applications (Slack, Stripe, OpenAI, GitHub, Jira).
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291840" cy="429768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This Project? (Enduku?)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148840"/>
            <a:ext cx="2926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organizations manage dozens of microservices and hundreds of scattered API endpoints.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custom auth, rate limiting, and webhook retry engines for every app is costly and error-prone.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provides a unified single-pane-of-glass gateway with an interactive sandbox.
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291840" cy="429768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Background Context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2926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growth of cloud SaaS ecosystems created API sprawl across organizations.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need instant visibility, real-time testing playground, and zero-drop event webhooks.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delivers microsecond routing latency with built-in resiliency patterns.
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ENTERPRISE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Problem (Problem Enti?)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microservices lack centralized access control and audit logging.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traffic bursts frequently overwhelm backend databases causing cascading outages.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OAuth2 and webhook integrations require weeks of custom boilerplate code.
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Faces This Problem? (Evariki?)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14884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Software Engineers building multi-service platforms.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SecOps Teams needing centralized audit trails and rate limits.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Integrators managing high-frequency third-party webhook feeds.
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1060704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1148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 in Existing Methods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434840"/>
            <a:ext cx="10241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Unified Sandbox: Developers must use third-party desktop tools without live gateway policy checks.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Webhook Failures: Failed events are permanently dropped without a Dead Letter Queue (DLQ) or replay mechanism.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Rate Limiting: Fixed window counters lead to thundering herd problems during burst periods.
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ENTERPRISE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Project Objectives (Main Goals)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7556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Gateway Proxy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78308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dynamic reverse proxy routing with sub-30ms P99 latency and token bucket rate limiting.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51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6243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App Connector Catalog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65176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ready-to-use connectors for 50+ enterprise SaaS services with live ping and action runners.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520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4930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 &amp; RBAC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5204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zero-knowledge hashed API keys, JWT session lifecycle, and strict role-based access control.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251960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389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43616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Webhooks &amp; DLQ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43891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HMAC-SHA256 signed event dispatching with automated Dead Letter Queue replay.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5120640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257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45920" y="52303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Developer Portal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52578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intuitive dark-mode dashboard with live API playground and real-time telemetry metrics.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ENTERPRISE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Existing System vs Proposed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/ Existing System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47548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Architecture: Every service implements its own auth and security checks.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API Keys: Hardcoded credentials and scattered token management.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Traffic Inspection: High latency debugging with separate log aggregation.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to Overload: Static rate limiters drop legitimate burst traffic.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Webhook Recovery: Dropped webhooks require database manual re-triggers.
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Proposed Solution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148840"/>
            <a:ext cx="47548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Gateway Proxy: Single entry point handling routing, TLS, and CORS automatically.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Hashed Keys: Secure SHA-256 API key storage with tier quotas.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Developer Sandbox: Built-in request builder with live latency metrics.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Token Bucket Limiter: Smooth sliding window refill prevents traffic spikes.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Letter Queue Vault: Guaranteed at-least-once delivery with 1-click event replay.
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ENTERPRISE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Methodology &amp; Request Lifecycle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11680"/>
            <a:ext cx="2011680" cy="347472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94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INGESTION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GraphQL HTTP request arrives at Gateway Port 4001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89504" y="2011680"/>
            <a:ext cx="2011680" cy="347472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26664" y="2194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RATE LIMIT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26664" y="2560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Bucket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26664" y="31089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client IP / API key against token capacity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47488" y="2011680"/>
            <a:ext cx="2011680" cy="347472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4648" y="2194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AUTH GUARD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84648" y="2560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API Key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84648" y="31089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cryptographic signature and scope permissions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05472" y="2011680"/>
            <a:ext cx="2011680" cy="347472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42632" y="2194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FORWARDING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42632" y="2560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Proxy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42632" y="31089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headers and routes to internal microservice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363456" y="2011680"/>
            <a:ext cx="2011680" cy="347472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0616" y="2194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AUDIT &amp; LOG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500616" y="2560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Engine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500616" y="31089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HMAC trace ID, records latency and status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ENTERPRISE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Technology Stack &amp; Frameworks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2468880" cy="4297680"/>
          </a:xfrm>
          <a:prstGeom prst="roundRect">
            <a:avLst>
              <a:gd name="adj" fmla="val 3704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21031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 v3.4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ES6+ SPA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FontAwesome Icons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JetBrains Mono Font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Dark UI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DOM binder
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0" y="1645920"/>
            <a:ext cx="2468880" cy="4297680"/>
          </a:xfrm>
          <a:prstGeom prst="roundRect">
            <a:avLst>
              <a:gd name="adj" fmla="val 3704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828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2148840"/>
            <a:ext cx="21031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v20 / v24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v5.4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HTTP Engine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Engine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HMAC-SHA256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Bucket Limiter
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2468880" cy="4297680"/>
          </a:xfrm>
          <a:prstGeom prst="roundRect">
            <a:avLst>
              <a:gd name="adj" fmla="val 3704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28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ORM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148840"/>
            <a:ext cx="21031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Engine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Client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Token Cache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Migration Scripts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Seeders Data Layer
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61120" y="1645920"/>
            <a:ext cx="2468880" cy="4297680"/>
          </a:xfrm>
          <a:prstGeom prst="roundRect">
            <a:avLst>
              <a:gd name="adj" fmla="val 3704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1828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Tooling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0" y="2148840"/>
            <a:ext cx="21031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Compose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Test Suite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3.1 Specs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Version Control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Go SDKs
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ENTERPRISE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System Architecture &amp; Component Diagram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Ingestion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Mobile Applications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API Consumers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CI/CD Webhooks
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291840" cy="429768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Gateway Core (Ports 4000 &amp; 4001)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148840"/>
            <a:ext cx="2926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HTTP/2 Reverse Proxy Engine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Token Bucket Limiter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RBAC &amp; API Key Auth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Webhook Dispatcher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Letter Queue Replayer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Telemetry Metrics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Mock Responder
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Microservices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Core API (Port 8001)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&amp; Inventory API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SSO Gateway (OAuth2)
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114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Portal (Port 3000)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43484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Interactive Dashboard Views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Request Playground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Generation &amp; Audit Viewer
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393192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4114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App Ecosystem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43484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&amp; Discord Connectors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Billing &amp; Invoicing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 Gateway
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ENTERPRISE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Implementation: Core Platform Modules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060704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Management API (Port 4000)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0" y="182880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administrative endpoints for API registration, connector lifecycle, webhook management, and audit logs.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060704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8803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3108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Gateway Proxy (Port 4001)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292608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High-throughput reverse proxy routing requests, injecting trace IDs, enforcing rate limits, and measuring latency.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1060704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9776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4206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Portal Web UI (Port 3000)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402336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Full-featured enterprise dashboard featuring 7 dedicated tabs (Overview, Registry, Playground, Connectors, Webhooks, Keys, Audit).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937760"/>
            <a:ext cx="1060704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0749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5303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Enterprise Subsystems &amp; Connectors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0" y="512064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TypeScript services powering GraphQL gateway, ABAC policy engine, PII data masking, and SaaS adapters.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ENTERPRISE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Results &amp; Verified Performance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LOC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71,259+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TypeScript/Go/SQL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6459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P99 LATENCY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11880" y="2103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28.4 ms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1188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&lt; 50ms (Optimal)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SLA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2103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936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downtime routing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823960" y="16459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006840" y="2103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00684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Pass in 7 Suites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840480"/>
            <a:ext cx="1060704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02336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Verification Highlights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343400"/>
            <a:ext cx="10241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Playground: Successfully executed simulated REST charges with sub-25ms roundtrip latency.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Connector Runners: Validated connection ping and action executions across Slack, Stripe, and OpenAI.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Letter Queue Recovery: Verified 1-click replaying of dropped webhook payloads with HTTP 200 responses.
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ENTERPRISE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Key Advantages &amp; Business Benefits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3291840" cy="429768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Governance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2926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policy enforcement across all microservices.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API key hashing prevents credential leaks.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cryptographic audit logging for compliance (SOC2/GDPR).
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291840" cy="429768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148840"/>
            <a:ext cx="2926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faster integration time using pre-built SaaS adapters.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test live APIs directly in the portal without external tools.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bucket rate limiting prevents unexpected billing spikes.
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291840" cy="429768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&amp; Resilience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2926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pattern isolates failing upstream services.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Letter Queue guarantees zero lost webhook events.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footprint with sub-30ms P99 request forwarding.
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ENTERPRISE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Limitations &amp; Future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47548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Cache Default: Production multi-region deployments require an external Redis cluster.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SaaS Endpoints: Sandbox uses mock responses when live third-party API credentials are not provided.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Server Process: Currently runs as lightweight node services rather than distributed Kubernetes pods.
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Enhancements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148840"/>
            <a:ext cx="47548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WAF: Machine learning model for anomalous API traffic &amp; DDoS mitigation.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Schema Stitching: Automated unified GraphQL federation across microservices.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Geo Mesh: Anycast DNS routing for edge proxy acceleration.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CLI Tooling: Terminal-based CLI (synapse-cli) for developer deployment pipelines.
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ENTERPRISE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Conclusion &amp; Key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0607040" cy="4297680"/>
          </a:xfrm>
          <a:prstGeom prst="roundRect">
            <a:avLst>
              <a:gd name="adj" fmla="val 2128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Project Achievements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102412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a complete, minimum viable Enterprise Apps + APIs Gateway platform with 7 fully working modules.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Exceeded production-grade standards with 71,259 lines of clean, strictly compliant TypeScript/Go code.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Developer Portal with live API Sandbox, SaaS Connector runner, and DLQ Replay engine.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100% compliance score (14/14 checks) in TrainPlex enterprise standards.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5 merged Pull Requests and full version history on GitHub.
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ENTERPRISE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References &amp; Standards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Standards &amp; RFCs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47548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7519: JSON Web Token (JWT) Architecture Specification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6749: The OAuth 2.0 Authorization Framework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Specification v3.1.0: RESTful API Description Format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 RFC 6585: Additional HTTP Status Codes (429 Rate Limiting)
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Codebase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148840"/>
            <a:ext cx="47548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Enterprise Repository: github.com/Chandravamsi09/Synapse-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Technical Docs (prisma.io/docs)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 UI Architecture Framework (tailwindcss.com)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TrainPlex Quality &amp; Compliance Measurement Engine
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9418320" cy="4572000"/>
          </a:xfrm>
          <a:prstGeom prst="roundRect">
            <a:avLst>
              <a:gd name="adj" fmla="val 4000"/>
            </a:avLst>
          </a:prstGeom>
          <a:solidFill>
            <a:srgbClr val="131D35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0" y="182880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828800" y="28346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 (Q&amp;A)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566160"/>
            <a:ext cx="48463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393192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https://github.com/Chandravamsi09/Synapse-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avvaruchandravamsi30@gmail.com | Mentor: Rohit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2026-08-31T22:27:43Z</dcterms:created>
  <dcterms:modified xsi:type="dcterms:W3CDTF">2026-08-31T22:27:43Z</dcterms:modified>
</cp:coreProperties>
</file>